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microsoft.com/office/2016/11/relationships/changesInfo" Target="changesInfos/changesInfo1.xml" /><Relationship Id="rId4" Type="http://schemas.openxmlformats.org/officeDocument/2006/relationships/slide" Target="slides/slide3.xml" /><Relationship Id="rId9" Type="http://schemas.openxmlformats.org/officeDocument/2006/relationships/tableStyles" Target="tableStyle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ndanaspandu907@gmail.com" userId="278c5909ad91f34a" providerId="LiveId" clId="{BBDD2B07-86AF-3B99-A664-C1A9B21CB0B0}"/>
    <pc:docChg chg="custSel mod addSld delSld modSld addMainMaster delMainMaster">
      <pc:chgData name="spandanaspandu907@gmail.com" userId="278c5909ad91f34a" providerId="LiveId" clId="{BBDD2B07-86AF-3B99-A664-C1A9B21CB0B0}" dt="2026-01-01T07:18:46.755" v="16" actId="680"/>
      <pc:docMkLst>
        <pc:docMk/>
      </pc:docMkLst>
      <pc:sldChg chg="modSp del mod">
        <pc:chgData name="spandanaspandu907@gmail.com" userId="278c5909ad91f34a" providerId="LiveId" clId="{BBDD2B07-86AF-3B99-A664-C1A9B21CB0B0}" dt="2026-01-01T07:18:29.249" v="13" actId="26606"/>
        <pc:sldMkLst>
          <pc:docMk/>
          <pc:sldMk cId="330896616" sldId="256"/>
        </pc:sldMkLst>
        <pc:spChg chg="mod">
          <ac:chgData name="spandanaspandu907@gmail.com" userId="278c5909ad91f34a" providerId="LiveId" clId="{BBDD2B07-86AF-3B99-A664-C1A9B21CB0B0}" dt="2026-01-01T07:18:26.812" v="11" actId="20577"/>
          <ac:spMkLst>
            <pc:docMk/>
            <pc:sldMk cId="330896616" sldId="256"/>
            <ac:spMk id="3" creationId="{DCD075EB-896D-5635-6D18-5C08C3D275C9}"/>
          </ac:spMkLst>
        </pc:spChg>
      </pc:sldChg>
      <pc:sldChg chg="add">
        <pc:chgData name="spandanaspandu907@gmail.com" userId="278c5909ad91f34a" providerId="LiveId" clId="{BBDD2B07-86AF-3B99-A664-C1A9B21CB0B0}" dt="2026-01-01T07:18:29.249" v="13" actId="26606"/>
        <pc:sldMkLst>
          <pc:docMk/>
          <pc:sldMk cId="1103289506" sldId="257"/>
        </pc:sldMkLst>
      </pc:sldChg>
      <pc:sldChg chg="new">
        <pc:chgData name="spandanaspandu907@gmail.com" userId="278c5909ad91f34a" providerId="LiveId" clId="{BBDD2B07-86AF-3B99-A664-C1A9B21CB0B0}" dt="2026-01-01T07:18:45.121" v="14" actId="680"/>
        <pc:sldMkLst>
          <pc:docMk/>
          <pc:sldMk cId="3370970513" sldId="257"/>
        </pc:sldMkLst>
      </pc:sldChg>
      <pc:sldChg chg="new">
        <pc:chgData name="spandanaspandu907@gmail.com" userId="278c5909ad91f34a" providerId="LiveId" clId="{BBDD2B07-86AF-3B99-A664-C1A9B21CB0B0}" dt="2026-01-01T07:18:45.853" v="15" actId="680"/>
        <pc:sldMkLst>
          <pc:docMk/>
          <pc:sldMk cId="2098169113" sldId="258"/>
        </pc:sldMkLst>
      </pc:sldChg>
      <pc:sldChg chg="new">
        <pc:chgData name="spandanaspandu907@gmail.com" userId="278c5909ad91f34a" providerId="LiveId" clId="{BBDD2B07-86AF-3B99-A664-C1A9B21CB0B0}" dt="2026-01-01T07:18:46.755" v="16" actId="680"/>
        <pc:sldMkLst>
          <pc:docMk/>
          <pc:sldMk cId="1808315267" sldId="259"/>
        </pc:sldMkLst>
      </pc:sldChg>
      <pc:sldMasterChg chg="del delSldLayout">
        <pc:chgData name="spandanaspandu907@gmail.com" userId="278c5909ad91f34a" providerId="LiveId" clId="{BBDD2B07-86AF-3B99-A664-C1A9B21CB0B0}" dt="2026-01-01T07:18:29.249" v="13" actId="26606"/>
        <pc:sldMasterMkLst>
          <pc:docMk/>
          <pc:sldMasterMk cId="711102520" sldId="2147483648"/>
        </pc:sldMasterMkLst>
        <pc:sldLayoutChg chg="del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711102520" sldId="2147483648"/>
            <pc:sldLayoutMk cId="4088695174" sldId="2147483649"/>
          </pc:sldLayoutMkLst>
        </pc:sldLayoutChg>
        <pc:sldLayoutChg chg="del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711102520" sldId="2147483648"/>
            <pc:sldLayoutMk cId="2393201933" sldId="2147483650"/>
          </pc:sldLayoutMkLst>
        </pc:sldLayoutChg>
        <pc:sldLayoutChg chg="del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711102520" sldId="2147483648"/>
            <pc:sldLayoutMk cId="4238472398" sldId="2147483651"/>
          </pc:sldLayoutMkLst>
        </pc:sldLayoutChg>
        <pc:sldLayoutChg chg="del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711102520" sldId="2147483648"/>
            <pc:sldLayoutMk cId="3072599000" sldId="2147483652"/>
          </pc:sldLayoutMkLst>
        </pc:sldLayoutChg>
        <pc:sldLayoutChg chg="del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711102520" sldId="2147483648"/>
            <pc:sldLayoutMk cId="1793547359" sldId="2147483653"/>
          </pc:sldLayoutMkLst>
        </pc:sldLayoutChg>
        <pc:sldLayoutChg chg="del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711102520" sldId="2147483648"/>
            <pc:sldLayoutMk cId="3213313870" sldId="2147483654"/>
          </pc:sldLayoutMkLst>
        </pc:sldLayoutChg>
        <pc:sldLayoutChg chg="del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711102520" sldId="2147483648"/>
            <pc:sldLayoutMk cId="1732214308" sldId="2147483655"/>
          </pc:sldLayoutMkLst>
        </pc:sldLayoutChg>
        <pc:sldLayoutChg chg="del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711102520" sldId="2147483648"/>
            <pc:sldLayoutMk cId="298420581" sldId="2147483656"/>
          </pc:sldLayoutMkLst>
        </pc:sldLayoutChg>
        <pc:sldLayoutChg chg="del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711102520" sldId="2147483648"/>
            <pc:sldLayoutMk cId="2900206211" sldId="2147483657"/>
          </pc:sldLayoutMkLst>
        </pc:sldLayoutChg>
        <pc:sldLayoutChg chg="del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711102520" sldId="2147483648"/>
            <pc:sldLayoutMk cId="156495180" sldId="2147483658"/>
          </pc:sldLayoutMkLst>
        </pc:sldLayoutChg>
        <pc:sldLayoutChg chg="del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711102520" sldId="2147483648"/>
            <pc:sldLayoutMk cId="3486248942" sldId="2147483659"/>
          </pc:sldLayoutMkLst>
        </pc:sldLayoutChg>
      </pc:sldMasterChg>
      <pc:sldMasterChg chg="add addSldLayout">
        <pc:chgData name="spandanaspandu907@gmail.com" userId="278c5909ad91f34a" providerId="LiveId" clId="{BBDD2B07-86AF-3B99-A664-C1A9B21CB0B0}" dt="2026-01-01T07:18:29.249" v="13" actId="26606"/>
        <pc:sldMasterMkLst>
          <pc:docMk/>
          <pc:sldMasterMk cId="4244296683" sldId="2147483660"/>
        </pc:sldMasterMkLst>
        <pc:sldLayoutChg chg="add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4244296683" sldId="2147483660"/>
            <pc:sldLayoutMk cId="1459181142" sldId="2147483661"/>
          </pc:sldLayoutMkLst>
        </pc:sldLayoutChg>
        <pc:sldLayoutChg chg="add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4244296683" sldId="2147483660"/>
            <pc:sldLayoutMk cId="226961686" sldId="2147483662"/>
          </pc:sldLayoutMkLst>
        </pc:sldLayoutChg>
        <pc:sldLayoutChg chg="add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4244296683" sldId="2147483660"/>
            <pc:sldLayoutMk cId="227665877" sldId="2147483663"/>
          </pc:sldLayoutMkLst>
        </pc:sldLayoutChg>
        <pc:sldLayoutChg chg="add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4244296683" sldId="2147483660"/>
            <pc:sldLayoutMk cId="2257150397" sldId="2147483664"/>
          </pc:sldLayoutMkLst>
        </pc:sldLayoutChg>
        <pc:sldLayoutChg chg="add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4244296683" sldId="2147483660"/>
            <pc:sldLayoutMk cId="110699641" sldId="2147483665"/>
          </pc:sldLayoutMkLst>
        </pc:sldLayoutChg>
        <pc:sldLayoutChg chg="add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4244296683" sldId="2147483660"/>
            <pc:sldLayoutMk cId="768244395" sldId="2147483666"/>
          </pc:sldLayoutMkLst>
        </pc:sldLayoutChg>
        <pc:sldLayoutChg chg="add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4244296683" sldId="2147483660"/>
            <pc:sldLayoutMk cId="2055906461" sldId="2147483667"/>
          </pc:sldLayoutMkLst>
        </pc:sldLayoutChg>
        <pc:sldLayoutChg chg="add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4244296683" sldId="2147483660"/>
            <pc:sldLayoutMk cId="3944020237" sldId="2147483668"/>
          </pc:sldLayoutMkLst>
        </pc:sldLayoutChg>
        <pc:sldLayoutChg chg="add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4244296683" sldId="2147483660"/>
            <pc:sldLayoutMk cId="2332521332" sldId="2147483669"/>
          </pc:sldLayoutMkLst>
        </pc:sldLayoutChg>
        <pc:sldLayoutChg chg="add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4244296683" sldId="2147483660"/>
            <pc:sldLayoutMk cId="3581200975" sldId="2147483670"/>
          </pc:sldLayoutMkLst>
        </pc:sldLayoutChg>
        <pc:sldLayoutChg chg="add">
          <pc:chgData name="spandanaspandu907@gmail.com" userId="278c5909ad91f34a" providerId="LiveId" clId="{BBDD2B07-86AF-3B99-A664-C1A9B21CB0B0}" dt="2026-01-01T07:18:29.249" v="13" actId="26606"/>
          <pc:sldLayoutMkLst>
            <pc:docMk/>
            <pc:sldMasterMk cId="4244296683" sldId="2147483660"/>
            <pc:sldLayoutMk cId="3613305055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B7D0E-5D85-0851-3227-71954D61C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61E21-25AF-FA26-9D6B-6A229E435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D714A-FF99-6908-4189-A9AD5E61E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D7A7-796B-1B45-B977-02273552A20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A7371-F520-DA08-6FBE-7605D6E6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83640-18F6-C738-7D6B-FFCFEDCF4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DD7CA-37B5-6E49-9E46-FCC1215A759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9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00B70-ED61-1EF6-69DA-F0AF67BA0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694A-AE84-EA2F-D345-02594F8CE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FAF4-F31F-0408-8216-4CBA06EE5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D7A7-796B-1B45-B977-02273552A20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2BB7F-6508-3166-3A53-9C9FC3291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C572D-E4B3-21E7-B695-CBC0E96AF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DD7CA-37B5-6E49-9E46-FCC1215A759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01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36259-BFC8-12BF-B0E2-11E2B79E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B3CF0-8B6B-4D63-251D-6EB90DB52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C1DDC-785A-CEC5-4E67-A3D992DCA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D7A7-796B-1B45-B977-02273552A20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35FEC-ACB3-EA54-28D6-214162BF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C194E-B479-DCE7-535B-88803189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DD7CA-37B5-6E49-9E46-FCC1215A759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72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B7D11-03B1-3695-B0F4-62FE37253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B43AE-F45E-FB79-63DC-19680CF1C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B2452-E7BB-292C-42BB-FF4F377DC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7E7AE-C973-BE9A-5039-DFEF547BE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D7A7-796B-1B45-B977-02273552A20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AE6D9-9ED0-D4E3-1542-764987F5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0FABC-56D6-025D-907D-952FA86D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DD7CA-37B5-6E49-9E46-FCC1215A759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99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FC909-1169-79C6-E85C-BDFE82893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723AD-DE91-8DDC-BA10-FDF4876FB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08CF3-D633-5796-31F5-7B007616E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31A53F-E7E9-4DCE-57A6-F1AAC6F62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26E057-E2A8-6D0F-59BE-D9736BA828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812485-5880-ED9B-743B-1C5873E59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D7A7-796B-1B45-B977-02273552A208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8F5AF0-3EBA-3552-E5A7-5FEAF751C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B978BB-BFD0-4404-A6C0-F53D56CFA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DD7CA-37B5-6E49-9E46-FCC1215A759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4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30111-85E5-6CF7-5EC5-33D7BCAC7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30AC29-885E-BD99-F5F7-F5A1A800B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D7A7-796B-1B45-B977-02273552A208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BCFFAC-D41B-3AE3-EDD1-C3DD7D5E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B3F31E-5690-C963-38F4-7D6588716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DD7CA-37B5-6E49-9E46-FCC1215A759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13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7A369E-F276-5F70-EE5D-7C51763CD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D7A7-796B-1B45-B977-02273552A208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64D4D-C9EB-F72C-88DF-43D1EC09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203D6-EA12-DC8B-6598-929688B3F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DD7CA-37B5-6E49-9E46-FCC1215A759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14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A6343-D13B-1396-66C0-2A1BEDC1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58126-724F-6330-FD6B-154E2663C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C0118-4503-9DA6-E329-AB0A0E43E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DEB1E-7DA3-FE92-C85E-C983EBD66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D7A7-796B-1B45-B977-02273552A20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5E345-DF5C-D431-05CF-3161D9F07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4B620-C712-5F20-46B7-95645DC5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DD7CA-37B5-6E49-9E46-FCC1215A759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0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F3DA-E30B-D126-4E0A-3FA9F6BBA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F24BEB-780A-10F4-922A-42843109C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2F56C-5C83-5ADF-0B66-CB631AB4C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474C9-67B3-1F4F-13FA-B3B4F6836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D7A7-796B-1B45-B977-02273552A20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3DF71-9468-D863-4C7A-69DA0DCAD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F96D3-3140-E62C-9E9B-64E0DBBA9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DD7CA-37B5-6E49-9E46-FCC1215A759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6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EDC3D-2B39-50E9-8291-BCB1150E5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53EE7-9697-BAD8-483A-D9284F3B5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600DE-9199-E000-EC57-0A8EE4A2E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D7A7-796B-1B45-B977-02273552A20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90535-8C22-5315-41E2-419FB567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0FCC9-151D-E433-2212-43A8F9F0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DD7CA-37B5-6E49-9E46-FCC1215A759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5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677A01-292D-6C20-93DE-C5CABED51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3CC59-B577-BF20-40A3-FB543F7FB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076FC-98BC-7470-491B-EB5249037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9D7A7-796B-1B45-B977-02273552A20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D1968-BEE8-550D-92C2-1481E6C4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9603C-AB5A-FE3E-028D-65BE864E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DD7CA-37B5-6E49-9E46-FCC1215A759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48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14E23E-9124-3B82-435A-0FFE93DC7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E3147-D1B9-4260-51E2-0E2FF566E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83FE0-552A-D68A-AB85-433D7872E3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9D7A7-796B-1B45-B977-02273552A20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3E25F-D56A-87E7-B33B-91E102537E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AF1D8-DDA0-7A49-ACD1-85E0E9CB9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DD7CA-37B5-6E49-9E46-FCC1215A759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02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41DDD-A375-B5BB-8338-C21A6781F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D075EB-896D-5635-6D18-5C08C3D275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Water conservation </a:t>
            </a:r>
          </a:p>
        </p:txBody>
      </p:sp>
    </p:spTree>
    <p:extLst>
      <p:ext uri="{BB962C8B-B14F-4D97-AF65-F5344CB8AC3E}">
        <p14:creationId xmlns:p14="http://schemas.microsoft.com/office/powerpoint/2010/main" val="330896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A56DE-CA40-EC80-7349-DBB19C7DF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B7EEC-9706-9511-2369-DD6040B1B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70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AF13-233F-0065-5EED-ABA6554BB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5B2F5-DC10-E59F-34C4-BA554E9BD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69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ECE37-995F-83E3-31B4-D651851CB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0B29-6C58-7B71-B5A3-DBB37061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15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spandanaspandu907@gmail.com</dc:creator>
  <cp:lastModifiedBy>spandanaspandu907@gmail.com</cp:lastModifiedBy>
  <cp:revision>1</cp:revision>
  <dcterms:created xsi:type="dcterms:W3CDTF">2026-01-01T07:18:16Z</dcterms:created>
  <dcterms:modified xsi:type="dcterms:W3CDTF">2026-01-01T07:18:49Z</dcterms:modified>
</cp:coreProperties>
</file>